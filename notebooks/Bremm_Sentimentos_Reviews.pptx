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FAG  ·  ENGENHARIA DE SOFTWARE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Sentimentos em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 Aplicativos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dados: Google Play Store · WhatsApp (com.whatsapp) · 3.000 reviews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Luis Bremm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Toledo – PR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05156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e Definição do Problema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4533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Base de Dados e Metodologia (CRISP-DM)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3911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Pré-processamento e Engenharia de Features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5328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Mineração e Comparação de Modelos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0266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Modelo Pré-Treinado de NLP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52044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Clusterização de Reclamações (K-Means)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01421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Dashboard e API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450799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Conclusões e Trabalhos Futuros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Definição do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recebem milhares de avaliações diariamente. Equipes de produto não conseguem lê-las manualmente para identificar rapidamente a percepção dos usuários. O objetivo é transformar textos não estruturados em indicadores acionáveis de satisfação.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pesquisa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21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é o sentimento predominante nos reviews do WhatsApp?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243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versões do app geraram maior insatisfação?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272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Quais temas recorrentes aparecem nas reclamações?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630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 modelo classifica melhor o sentimento em português?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133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Como o sentimento evoluiu ao longo do tempo?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87552"/>
            <a:ext cx="8321040" cy="475488"/>
          </a:xfrm>
          <a:prstGeom prst="rect">
            <a:avLst/>
          </a:prstGeom>
          <a:solidFill>
            <a:srgbClr val="F0F4F0"/>
          </a:solidFill>
          <a:ln w="12700">
            <a:solidFill>
              <a:srgbClr val="F0F4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005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100584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— google-play-scraper (Python)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4950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149504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(com.whatsapp)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965960"/>
            <a:ext cx="8321040" cy="475488"/>
          </a:xfrm>
          <a:prstGeom prst="rect">
            <a:avLst/>
          </a:prstGeom>
          <a:solidFill>
            <a:srgbClr val="F0F4F0"/>
          </a:solidFill>
          <a:ln w="12700">
            <a:solidFill>
              <a:srgbClr val="F0F4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9842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/ País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198424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(PT-BR)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4734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47345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 reviews coletados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944368"/>
            <a:ext cx="8321040" cy="475488"/>
          </a:xfrm>
          <a:prstGeom prst="rect">
            <a:avLst/>
          </a:prstGeom>
          <a:solidFill>
            <a:srgbClr val="F0F4F0"/>
          </a:solidFill>
          <a:ln w="12700">
            <a:solidFill>
              <a:srgbClr val="F0F4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9626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296265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 (reviews mais recentes)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34518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34518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por rating: 1–2 → NEGATIVO · 3 → NEUTRO · 4–5 → POSITIVO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3922776"/>
            <a:ext cx="8321040" cy="475488"/>
          </a:xfrm>
          <a:prstGeom prst="rect">
            <a:avLst/>
          </a:prstGeom>
          <a:solidFill>
            <a:srgbClr val="F0F4F0"/>
          </a:solidFill>
          <a:ln w="12700">
            <a:solidFill>
              <a:srgbClr val="F0F4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9410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394106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POSITIVO: 2.297 (76,6%) · NEGATIVO: 562 (18,7%) · NEUTRO: 141 (4,7%)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44302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423160" y="443026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(Docker) + CSV local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CRISP-DM Aplicada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987552"/>
            <a:ext cx="8321040" cy="658368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02412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Understanding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154680" y="1024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classificar sentimento de reviews para apoiar equipes de produto.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167792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7145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Understanding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171450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distribuição de classes, tamanho dos textos, evolução temporal e versões do app.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368296"/>
            <a:ext cx="8321040" cy="658368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40487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Preparation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154680" y="240487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texto (URLs, emojis, acentos), remoção de stopwords PT, stemming (RSLP), TF-IDF.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305866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09524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Modeling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154680" y="309524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· Regressão Logística · SVM Linear · Modelo Pré-Treinado (Léxico PT).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749040"/>
            <a:ext cx="8321040" cy="658368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378561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154680" y="378561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F1-Score Macro · ROC-AUC · Matriz de Confusão · Silhouette (K-Means).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443941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47598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Deployment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4759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· Dashboard Streamlit · PostgreSQL · Docker Compose · CI GitHub Actions.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e Engenharia de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05840"/>
            <a:ext cx="8321040" cy="731520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04241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04241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· remoção de URLs, menções, emojis, pontuação · unidecode (acentos → ASCII)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792224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18288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stopwords em PT-BR (NLTK) · preservação de palavras de negação ("não", "nunca")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578608"/>
            <a:ext cx="8321040" cy="731520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6151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RSLP Stemmer (algoritmo de stemming para português) — opcional por modelo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3364992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Vetorização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4015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com uni + bigrams · min_df=3 · max_df=0,95 · 20.000 features · sublinear_tf=True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4151376"/>
            <a:ext cx="8321040" cy="731520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187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240280" y="418795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 via rating: 1–2 stars → NEGATIVO · 3 → NEUTRO · 4–5 → POSITIVO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e Comparação de Modelos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05840"/>
            <a:ext cx="1828800" cy="38404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05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1005840"/>
            <a:ext cx="1188720" cy="38404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7744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11880" y="1005840"/>
            <a:ext cx="1051560" cy="38404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1005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1051560" cy="38404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005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1005840"/>
            <a:ext cx="2834640" cy="38404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1389888"/>
            <a:ext cx="182880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13898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331720" y="1389888"/>
            <a:ext cx="118872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377440" y="138988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82,2%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11880" y="1389888"/>
            <a:ext cx="105156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0" y="138988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47,1%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389888"/>
            <a:ext cx="105156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00600" y="138988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76,8%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97880" y="1389888"/>
            <a:ext cx="283464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0" y="13898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rápido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" y="2048256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20482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Linear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331720" y="2048256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77440" y="204825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81,0%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11880" y="2048256"/>
            <a:ext cx="1051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57600" y="2048256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2048256"/>
            <a:ext cx="1051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00600" y="2048256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75,4%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897880" y="2048256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0" y="20482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precisão nos positivos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1480" y="2706624"/>
            <a:ext cx="182880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Logística 🏆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331720" y="2706624"/>
            <a:ext cx="118872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77440" y="270662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73,5%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11880" y="2706624"/>
            <a:ext cx="105156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657600" y="270662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50,1%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54880" y="2706624"/>
            <a:ext cx="105156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00600" y="270662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74,6%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897880" y="2706624"/>
            <a:ext cx="2834640" cy="621792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943600" y="27066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F1 Macro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11480" y="336499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7200" y="33649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 PT (pré-treinado)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2331720" y="3364992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77440" y="336499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611880" y="3364992"/>
            <a:ext cx="1051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657600" y="336499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754880" y="3364992"/>
            <a:ext cx="1051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800600" y="336499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897880" y="336499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943600" y="33649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sem treino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principal: F1 Macro — penaliza modelos que ignoram classes minoritárias (NEUTRO).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Interpretação dos Resultados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 — Regressão Logística (campeão)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234440" cy="347472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716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783080" y="1371600"/>
            <a:ext cx="960120" cy="347472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NEG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34640" y="1371600"/>
            <a:ext cx="960120" cy="347472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3464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NEU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86200" y="1371600"/>
            <a:ext cx="960120" cy="347472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6200" y="1371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POS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1737360"/>
            <a:ext cx="123444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17373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83080" y="1737360"/>
            <a:ext cx="960120" cy="438912"/>
          </a:xfrm>
          <a:prstGeom prst="rect">
            <a:avLst/>
          </a:prstGeom>
          <a:solidFill>
            <a:srgbClr val="145C2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83080" y="17373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834640" y="1737360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34640" y="17373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886200" y="1737360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86200" y="173736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2212848"/>
            <a:ext cx="123444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21284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NEU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783080" y="2212848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83080" y="22128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834640" y="2212848"/>
            <a:ext cx="960120" cy="438912"/>
          </a:xfrm>
          <a:prstGeom prst="rect">
            <a:avLst/>
          </a:prstGeom>
          <a:solidFill>
            <a:srgbClr val="145C2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34640" y="22128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886200" y="2212848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886200" y="22128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2688336"/>
            <a:ext cx="123444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268833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783080" y="2688336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783080" y="268833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834640" y="2688336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834640" y="268833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886200" y="2688336"/>
            <a:ext cx="960120" cy="438912"/>
          </a:xfrm>
          <a:prstGeom prst="rect">
            <a:avLst/>
          </a:prstGeom>
          <a:solidFill>
            <a:srgbClr val="145C2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886200" y="268833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120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resultados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12064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POSITIVO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7208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de acerto (371/459) — classe bem representada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206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😡 NEGATIVO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72084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de acerto (65/113) — razoável com desbalanceamento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12064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NEUTRO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72084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de acerto (5/28) — classe minoritária mais difícil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12064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72084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0,501 — equilíbrio real entre as 3 classes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12064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72084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0,746 — boa capacidade de separação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desbalanceamento de classes impacta diretamente o F1 macro. A classe NEUTRO (141 amostras vs 2.297 POSITIVOS) é a mais prejudicada — argumento central da análise.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Clusterização de Reclamações — K-Means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aplicado sobre os 562 reviews NEGATIVOS · k=4 selecionado por Silhouette Score · Silhouette = 0,056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8321040" cy="822960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408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· 120 reviews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14081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Qualidade geral / app piorando a cada update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Termos: whatsapp, aplicativo, ruim, horrível, conta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19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"tá horrível desinstalando sozinho apagando meus históricos"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2286000"/>
            <a:ext cx="8321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3225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· 104 reviews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3225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Falha de acesso / conta banida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Termos: não consigo, conta, usar, app, nada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633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consigo entrar, sempre me manda fazer verificação"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3200400"/>
            <a:ext cx="8321040" cy="822960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· 315 reviews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2369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Propagandas nos status (maior cluster)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Termos: não, boa, app, péssimo, agora, propaganda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3547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"estou sendo OBRIGADO a assistir PROPAGANDAS nos status"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4114800"/>
            <a:ext cx="8321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41513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· 23 reviews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41513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Reviews curtos / ruído nos dados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Termos: bom, dia, conversar, gostei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206240" y="4462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"Bom dia" / "bom" — reviews muito curtos mal classificados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Pipeline 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353312"/>
            <a:ext cx="4160520" cy="512064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389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898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google-play-scraper (Python)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1920240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19568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19568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(Docker)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487168"/>
            <a:ext cx="4160520" cy="512064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25237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5237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joblib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054096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0906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090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8 endpoints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3621024"/>
            <a:ext cx="4160520" cy="512064"/>
          </a:xfrm>
          <a:prstGeom prst="rect">
            <a:avLst/>
          </a:prstGeom>
          <a:solidFill>
            <a:srgbClr val="F0F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3657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3657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5 páginas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187952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42245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737360" y="4224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GitHub Actions CI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5 páginas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1389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Visão geral — KPIs + pizza + nuvem de palavras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20665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Evolução temporal por semana/mês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Sentimento por versão do app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34198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Clusters K-Means de reclamação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40965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Classificador em tempo real (POST /predict)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46320" y="4663440"/>
            <a:ext cx="3931920" cy="320040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9204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http://localhost:8000/docs  ·  Dashboard: http://localhost:8501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Trabalhos Futuros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145C2C"/>
          </a:solidFill>
          <a:ln w="12700">
            <a:solidFill>
              <a:srgbClr val="145C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Regressão Logística foi o melhor modelo supervisionado (F1 Macro = 0,50).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470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Desbalanceamento de classes é o principal limitador — NEUTRO com apenas 4,7% dos dados.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22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identificou 4 temas de reclamação: bugs, acesso/conta, propagandas e ruído.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980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Cluster 2 (propagandas) com 315 reviews é o maior tema de insatisfação.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735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Versão 2.26.36.74 concentrou a maioria dos reviews — 20,3% de negativos.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490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 pré-treinado (léxico PT) funciona zero-shot mas é inferior aos supervisionados.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3716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Testar BERTimbau (BERT em português) para ganho real de F1.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9476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Coletar mais reviews NEUTROS para equilibrar as classes.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52374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Implementar pipeline de re-treino automático (MLOps/drift).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09981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Expandir para múltiplos apps e comparar sentimento entre concorrentes.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67588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Adicionar análise de aspectos (aspecto-sentiment — ABSA).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5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arguição técnica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Luis Bremm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github.com/EduBremm/sentiment-reviews  ·  Toledo – PR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2026-09-22T18:01:26Z</dcterms:created>
  <dcterms:modified xsi:type="dcterms:W3CDTF">2026-09-22T18:01:26Z</dcterms:modified>
</cp:coreProperties>
</file>